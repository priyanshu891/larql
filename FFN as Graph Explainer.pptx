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LARQL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A1A1A"/>
                </a:solidFill>
                <a:latin typeface="Calibri"/>
              </a:rPr>
              <a:t>How LARQL turns an FFN</a:t>
            </a:r>
          </a:p>
          <a:p>
            <a:pPr algn="l"/>
            <a:r>
              <a:rPr sz="4600" b="1" i="0">
                <a:solidFill>
                  <a:srgbClr val="1A1A1A"/>
                </a:solidFill>
                <a:latin typeface="Calibri"/>
              </a:rPr>
              <a:t>into a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Calibri"/>
              </a:rPr>
              <a:t>A walkthrough for the team — plain language, no math beyond a dot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Built from larql/docs/ffn-graph-layer.md, findings.md, format.md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Why turn an FFN into a graph?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Today: FFN is a 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Three big matrices per layer.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You can run them, but you can't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see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what each row means.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Editing means fine-tuning the whole model.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To answer ‘what does the model know about France?’ you have to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run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With LARQL: FFN is a graph on disk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Each FFN feature becomes a queryable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node + edge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Stored as memory-mapped files — open instantly, zero copy.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Edit by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patch overlay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, not retraining.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Browse with SQL-style queries (LQL).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5A5A5A"/>
                </a:solidFill>
                <a:latin typeface="Calibri"/>
              </a:rPr>
              <a:t>Bottom line: the model is the database. We just expose its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SETTING THE SCENE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Each transformer layer has two halves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503920" cy="42062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2194560"/>
            <a:ext cx="320040" cy="34747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residual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94560"/>
            <a:ext cx="71323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Layer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578608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785000"/>
                </a:solidFill>
                <a:latin typeface="Calibri"/>
              </a:rPr>
              <a:t>Attention   (Q · K · V · 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0358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stays as plain matmul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578608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974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FFN   (W_gate · W_up · W_down)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3580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2563EB"/>
                </a:solidFill>
                <a:latin typeface="Calibri"/>
              </a:rPr>
              <a:t>← LARQL turns this into a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657600"/>
            <a:ext cx="71323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Layer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041648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785000"/>
                </a:solidFill>
                <a:latin typeface="Calibri"/>
              </a:rPr>
              <a:t>Attention   (Q · K · V · 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stays as plain matmul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041648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1605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FFN   (W_gate · W_up · W_down)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988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2563EB"/>
                </a:solidFill>
                <a:latin typeface="Calibri"/>
              </a:rPr>
              <a:t>← LARQL turns this into a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1663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··· repeat 34 times for Gemma-3 4B ···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5A5A5A"/>
                </a:solidFill>
                <a:latin typeface="Calibri"/>
              </a:rPr>
              <a:t>We only graph the FFN half. Attention runs as ordinary math.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WHAT'S INSIDE THE FFN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Three matrices, one row per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46432"/>
                </a:solidFill>
                <a:latin typeface="Consolas"/>
              </a:rPr>
              <a:t>W_gate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the key — what wakes a feature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92608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3291840"/>
            <a:ext cx="2377440" cy="1828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218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2C55E"/>
                </a:solidFill>
                <a:latin typeface="Calibri"/>
              </a:rPr>
              <a:t>feature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8C5A00"/>
                </a:solidFill>
                <a:latin typeface="Consolas"/>
              </a:rPr>
              <a:t>W_up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the gain — how loudly it speaks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92608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3291840"/>
            <a:ext cx="2377440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218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feature 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6916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74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43CB4"/>
                </a:solidFill>
                <a:latin typeface="Consolas"/>
              </a:rPr>
              <a:t>W_down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the value — what it adds 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92608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3291840"/>
            <a:ext cx="2377440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84280" y="3218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5CF6"/>
                </a:solidFill>
                <a:latin typeface="Calibri"/>
              </a:rPr>
              <a:t>feature 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97680"/>
            <a:ext cx="11155680" cy="20116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On Gemma-3 4B — 10,240 features per layer × 34 layers ≈ 348,000 features total.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4632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Gated FFN family only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(Llama, Gemma, Mistral, GPT-OSS). Older transformers with just W_in / W_out don't fit.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Each row of W_gate is a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feature's key vector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that's the trick that makes the graph view work.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Without per-feature keys, you can't ask ‘which feature matches this input?’ — no graph.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STEP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Each feature becomes a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Take feature i at layer L. Pull its row out of all three matrices.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onsolas"/>
              </a:rPr>
              <a:t>node(L, i)  =  { key = W_gate[L][i],   up = W_up[L][i],   down = W_down[L][i]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→ a node carries three vectors. Only the key is used to traverse the graph.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C5A00"/>
                </a:solidFill>
                <a:latin typeface="Calibri"/>
              </a:rPr>
              <a:t>The catch — W_down is sideways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Hugging Face stores W_down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transposed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Feature i is a column, not a row. Bad for fast reads.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LARQL rebuilds it once into </a:t>
            </a:r>
            <a:r>
              <a:rPr sz="1300" b="1" i="0">
                <a:solidFill>
                  <a:srgbClr val="1A1A1A"/>
                </a:solidFill>
                <a:latin typeface="Consolas"/>
              </a:rPr>
              <a:t>down_features.bin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, feature-major.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Now feature i is 2,560 contiguous floats — one cache-friendly chunk.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38328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6E3C"/>
                </a:solidFill>
                <a:latin typeface="Calibri"/>
              </a:rPr>
              <a:t>What gets indexed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Only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the gate vector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is used to find a node.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It's the ‘key’ you do nearest-neighbour search on.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up and down vectors are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payload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fetched only after a node is selected.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Gate vectors are layer-specific (L=5 keys ≠ L=20 keys).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STEP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Each feature is also an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common guess: ‘edges connect feature i to feature j across layers.’ </a:t>
            </a:r>
            <a:r>
              <a:rPr sz="1500" b="1" i="0">
                <a:solidFill>
                  <a:srgbClr val="B43C3C"/>
                </a:solidFill>
                <a:latin typeface="Calibri"/>
              </a:rPr>
              <a:t>Not how LARQL does it.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LARQL's nodes are tokens. Each FFN feature becomes one (or a few) edges between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How an edge is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onsolas"/>
              </a:rPr>
              <a:t>subjects(L, i)  =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top-K tokens whose embedding aligns with the feature's gate vector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onsolas"/>
              </a:rPr>
              <a:t>objects(L, i)   =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top-K tokens whose embedding aligns with the feature's down vector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onsolas"/>
              </a:rPr>
              <a:t>edge            =  (subject, </a:t>
            </a:r>
            <a:r>
              <a:rPr sz="1400" b="1" i="0">
                <a:solidFill>
                  <a:srgbClr val="2563EB"/>
                </a:solidFill>
                <a:latin typeface="Consolas"/>
              </a:rPr>
              <a:t>"L{layer}-F{feature}"</a:t>
            </a:r>
            <a:r>
              <a:rPr sz="1400" b="0" i="0">
                <a:solidFill>
                  <a:srgbClr val="1A1A1A"/>
                </a:solidFill>
                <a:latin typeface="Consolas"/>
              </a:rPr>
              <a:t>, object, confidence)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155680" cy="128016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6E3C"/>
                </a:solidFill>
                <a:latin typeface="Calibri"/>
              </a:rPr>
              <a:t>Real example from a Gemma-3 4B vindex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onsolas"/>
              </a:rPr>
              <a:t>{ s: "France",   r: "L26-F9298",   o: "Paris",   c: 0.89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  <a:latin typeface="Calibri"/>
              </a:rPr>
              <a:t>348k features → ~8M edges. About 15% are clean factual edges; 85% are structural / dark.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STEP 2 — VISUALISED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Token → feature →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2194560" cy="10058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subject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108960"/>
            <a:ext cx="2194560" cy="10058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32461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L26-F9298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FFN feature (the edge)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108960"/>
            <a:ext cx="2194560" cy="10058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2461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Paris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object token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91840" y="3474720"/>
            <a:ext cx="21945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gate vector ≈ embedding(France)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this token wakes the feature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474720"/>
            <a:ext cx="182880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down vector ≈ embedding(Paris)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the feature pushes toward this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Why this works: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residual stream lives in the same space as token embeddings, so gate and down vectors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are roughly readable as ‘which token am I tuned to?’ — discoverable by nearest-neighbour search.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STEP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Inference is a walk through the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What happens when you feed the model a token, layer by layer: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1992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76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Score every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onsolas"/>
              </a:rPr>
              <a:t>score = dot(residual, gate vector)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227832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821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Pick the top ~10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onsolas"/>
              </a:rPr>
              <a:t>out of 10,240 features per layer — the rest stay dark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233672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Compute their fire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onsolas"/>
              </a:rPr>
              <a:t>act = silu(gate) × up   ← GEGLU activation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239512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7608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93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Add their down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onsolas"/>
              </a:rPr>
              <a:t>residual += Σ act × down       — and 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Step 1 alone decides who fires — that's what makes it a graph walk.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 SUBTLE GOTCHA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Two different things are both called ‘walk’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Calibri"/>
              </a:rPr>
              <a:t>Exact walk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the production fast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Math is still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dense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every feature participates.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But the down matrix is read from the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mmap'd file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(zero copy).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517 ms vs 535 ms dense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on Gemma-3 4B.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Identical predictions to dense.</a:t>
            </a:r>
          </a:p>
          <a:p>
            <a:pPr algn="l">
              <a:lnSpc>
                <a:spcPct val="15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2563EB"/>
                </a:solidFill>
                <a:latin typeface="Calibri"/>
              </a:rPr>
              <a:t>Use this for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Calibri"/>
              </a:rPr>
              <a:t>Sparse / graph walk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the conceptual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Top-K (~10) features fire per layer.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A real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graph traversal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‘visit these K nodes, skip the rest.’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Slight approximation vs dense.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Used for tracing, fallback, and explaining the model.</a:t>
            </a:r>
          </a:p>
          <a:p>
            <a:pPr algn="l">
              <a:lnSpc>
                <a:spcPct val="15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8B5CF6"/>
                </a:solidFill>
                <a:latin typeface="Calibri"/>
              </a:rPr>
              <a:t>Use this for understanding and debugging.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Same name, different jobs. The ‘inference is a walk’ story is the right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STEP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What's actually on disk — the vindex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 vindex is a folder of memory-mapped files. Three sizes.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46E3C"/>
                </a:solidFill>
                <a:latin typeface="Consolas"/>
              </a:rPr>
              <a:t>browse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~3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the FFN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index.json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gate_vectors.bin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down_features.bin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down_meta.bin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feature_labels.json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8C5A00"/>
                </a:solidFill>
                <a:latin typeface="Consola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~6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1752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+ run a forward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embeddings.bin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attn_weights.bin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norms.bin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up_features.bin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tokenizer.json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643CB4"/>
                </a:solidFill>
                <a:latin typeface="Consolas"/>
              </a:rPr>
              <a:t>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~10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+ recompile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5204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gate_weights.bin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up_weights.bin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down_weights.bin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A1A1A"/>
                </a:solidFill>
                <a:latin typeface="Consolas"/>
              </a:rPr>
              <a:t>weight_manifest.json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Each tier includes everything from the smaller tier above.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HOW EDITS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The base never changes — patches stack on 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20624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Base vindex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read-only · content-addressable · mmap'd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always safe to share &amp;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06324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200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8C5A00"/>
                </a:solidFill>
                <a:latin typeface="Consolas"/>
              </a:rPr>
              <a:t>patch_v1.vlp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INSERT FEATURE  ·  UPDATE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01168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1488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6E3C"/>
                </a:solidFill>
                <a:latin typeface="Consolas"/>
              </a:rPr>
              <a:t>patch_v2.vlp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146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Calibri"/>
              </a:rPr>
              <a:t>DELETE FEATURE  · 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82880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51460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A1A1A"/>
                </a:solidFill>
                <a:latin typeface="Consolas"/>
              </a:rPr>
              <a:t>INSERT / UPDATE / DELETE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never touches base files.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Mutations land in a </a:t>
            </a:r>
            <a:r>
              <a:rPr sz="1400" b="1" i="0">
                <a:solidFill>
                  <a:srgbClr val="1A1A1A"/>
                </a:solidFill>
                <a:latin typeface="Consolas"/>
              </a:rPr>
              <a:t>.vlp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JSON patch overlay.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A1A1A"/>
                </a:solidFill>
                <a:latin typeface="Consolas"/>
              </a:rPr>
              <a:t>SAVE PATCH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writes the overlay to disk.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A1A1A"/>
                </a:solidFill>
                <a:latin typeface="Consolas"/>
              </a:rPr>
              <a:t>COMPILE CURRENT INTO VINDEX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bakes patches into a fresh standalone vindex.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Edits are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structural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, not fine-tuning. No GPU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ONE SLIDE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FFN → graph, in 4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733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Pull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Take W_gate, W_up, W_down. Each row at layer L is one feature.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67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Rebuild W_down feature-major so rows are contiguous.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63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Each feature is a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36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node = (key, up, down). Only the key (gate vector) is indexed.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10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Layer L's keys ≠ layer L+1's keys — they live in different spaces.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04164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873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593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Each feature is also an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79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(subject token, L{layer}-F{feature}, object token, confidence)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53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Found by KNN of gate / down against the embedding matrix.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518464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023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Inference walks the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422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Per layer: rank gate scores → fire top-K → add their down vectors 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696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Production fast path is dense + mmap; the sparse top-K is the conceptual walk.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2563EB"/>
                </a:solidFill>
                <a:latin typeface="Calibri"/>
              </a:rPr>
              <a:t>The model is the database. LARQL just exposes the structure.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LARQL · How an FFN becomes a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