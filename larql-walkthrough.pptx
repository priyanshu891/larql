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LARQL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E84A33"/>
                </a:solidFill>
                <a:latin typeface="Calibri"/>
              </a:rPr>
              <a:t>The model IS the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CCCD4"/>
                </a:solidFill>
                <a:latin typeface="Calibri"/>
              </a:rPr>
              <a:t>A beginner's walkthrough — query neural network weights</a:t>
            </a:r>
          </a:p>
          <a:p>
            <a:pPr algn="l"/>
            <a:r>
              <a:rPr sz="2000" b="0">
                <a:solidFill>
                  <a:srgbClr val="CCCCD4"/>
                </a:solidFill>
                <a:latin typeface="Calibri"/>
              </a:rPr>
              <a:t>like a graph database. No GPU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Topics: vindex · decompilation · LQL · residual stream · TRACE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Models are black boxes — by convention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Calibri"/>
              </a:rPr>
              <a:t>When you use a transformer (Gemma, Llama, GPT), what's running is</a:t>
            </a:r>
          </a:p>
          <a:p>
            <a:pPr algn="l"/>
            <a:r>
              <a:rPr sz="1800" b="0">
                <a:solidFill>
                  <a:srgbClr val="1A1A2E"/>
                </a:solidFill>
                <a:latin typeface="Calibri"/>
              </a:rPr>
              <a:t>a giant pile of numbers called weights. Billions of them, organized</a:t>
            </a:r>
          </a:p>
          <a:p>
            <a:pPr algn="l"/>
            <a:r>
              <a:rPr sz="1800" b="0">
                <a:solidFill>
                  <a:srgbClr val="1A1A2E"/>
                </a:solidFill>
                <a:latin typeface="Calibri"/>
              </a:rPr>
              <a:t>into layers. The standard mental model: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Input 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4023360"/>
            <a:ext cx="640080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1920" y="3657600"/>
            <a:ext cx="4297680" cy="11887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393192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AFAF7"/>
                </a:solidFill>
                <a:latin typeface="Calibri"/>
              </a:rPr>
              <a:t>Black box of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2976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AAAAB4"/>
                </a:solidFill>
                <a:latin typeface="Calibri"/>
              </a:rPr>
              <a:t>(unreadable, untouchable)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321040" y="4023360"/>
            <a:ext cx="640080" cy="457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393192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Want to teach it a new fact? Fine-tune. Hours of GPU. Hope it sticks.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Weights are already a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Calibri"/>
              </a:rPr>
              <a:t>The model "knows" Paris is the capital of France. That fact is encoded</a:t>
            </a:r>
          </a:p>
          <a:p>
            <a:pPr algn="l"/>
            <a:r>
              <a:rPr sz="1800" b="0">
                <a:solidFill>
                  <a:srgbClr val="1A1A2E"/>
                </a:solidFill>
                <a:latin typeface="Calibri"/>
              </a:rPr>
              <a:t>somewhere in those billions of weights — as structured patterns, not as</a:t>
            </a:r>
          </a:p>
          <a:p>
            <a:pPr algn="l"/>
            <a:r>
              <a:rPr sz="1800" b="0">
                <a:solidFill>
                  <a:srgbClr val="1A1A2E"/>
                </a:solidFill>
                <a:latin typeface="Calibri"/>
              </a:rPr>
              <a:t>rows in a table, but it's there. LARQL's claim: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84048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1148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"The model already IS a database — we just don't normally read it that way."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84A33"/>
                </a:solidFill>
                <a:latin typeface="Calibri"/>
              </a:rPr>
              <a:t>Decompile the weights into a queryable format. Browse, edit, recompile.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Two pieces: vindex + LQL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VINDEX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Calibri"/>
              </a:rPr>
              <a:t>The decompiled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50292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4A33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A directory of memory-mapped files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4A33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Gate vectors → searchable KNN index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4A33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Embeddings → token lookup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4A33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Down vectors → "value" side of features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4A33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JSON manifest with config + provenance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86AB"/>
                </a:solidFill>
                <a:latin typeface="Calibri"/>
              </a:rPr>
              <a:t>LQL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Calibri"/>
              </a:rPr>
              <a:t>Lazarus Query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50292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SQL-shaped surface for vindexes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DESCRIBE / WALK / SELECT — browse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INFER / TRACE — run + inspect inference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INSERT / DELETE / UPDATE — edit knowledge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BEGIN PATCH / SAVE PATCH — share edits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What's actually inside a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A model like Gemma 4B is built from 34 stacked layers. Each layer has two parts: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5394960" cy="2377440"/>
          </a:xfrm>
          <a:prstGeom prst="roundRect">
            <a:avLst>
              <a:gd name="adj" fmla="val 5000"/>
            </a:avLst>
          </a:prstGeom>
          <a:solidFill>
            <a:srgbClr val="EEF4FA"/>
          </a:solidFill>
          <a:ln w="1905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86AB"/>
                </a:solidFill>
                <a:latin typeface="Calibri"/>
              </a:rPr>
              <a:t>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Calibri"/>
              </a:rPr>
              <a:t>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Decides which earlier words matter for the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current word. Mixes information across positions.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5394960" cy="2377440"/>
          </a:xfrm>
          <a:prstGeom prst="roundRect">
            <a:avLst>
              <a:gd name="adj" fmla="val 5000"/>
            </a:avLst>
          </a:prstGeom>
          <a:solidFill>
            <a:srgbClr val="FCEEE9"/>
          </a:solidFill>
          <a:ln w="19050">
            <a:solidFill>
              <a:srgbClr val="E8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4A33"/>
                </a:solidFill>
                <a:latin typeface="Calibri"/>
              </a:rPr>
              <a:t>FFN  (FEED-FORWARD)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46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Calibri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9476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Where most factual knowledge lives. Three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big matrices: W_gate, W_up, W_down.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84A33"/>
                </a:solidFill>
                <a:latin typeface="Calibri"/>
              </a:rPr>
              <a:t>LARQL focuses on the FFN — that's where the queryable structure hides.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The FFN is already a key-value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Inside one layer, the FFN does: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0972800" cy="155448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gate = x @ W_gate.T       # which features fire?  [10240]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up   = x @ W_up.T         # how strongly?         [10240]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act  = silu(gate) * up    # combine               [10240]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out  = act @ W_down.T     # turn back into hidden [2560]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Reinterpretation: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4A33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Each row of W_gate = a query vector — "does this concept apply?"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4A33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Each column of W_down = a value vector — "if so, push toward these tokens"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4A33"/>
                </a:solidFill>
                <a:latin typeface="Calibri"/>
              </a:rPr>
              <a:t>▸  </a:t>
            </a:r>
            <a:r>
              <a:rPr sz="1600">
                <a:solidFill>
                  <a:srgbClr val="1A1A2E"/>
                </a:solidFill>
                <a:latin typeface="Calibri"/>
              </a:rPr>
              <a:t>10,240 (key, value) pairs per layer × 34 layers = a lot of 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DECOMPILATION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Reorganize, don't retrain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Extraction is mostly disk reorganization. No training. No GPU. No forward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passes for the bulk of it. About 45 min for a 4B model on a Mac.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Original layout (safetensors)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AFAF7"/>
                </a:solidFill>
                <a:latin typeface="Calibri"/>
              </a:rPr>
              <a:t>model.safetensors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4663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D4"/>
                </a:solidFill>
                <a:latin typeface="Calibri"/>
              </a:rPr>
              <a:t>All weights interleaved by layer.</a:t>
            </a:r>
          </a:p>
          <a:p>
            <a:pPr algn="l"/>
            <a:r>
              <a:rPr sz="1400" b="0">
                <a:solidFill>
                  <a:srgbClr val="CCCCD4"/>
                </a:solidFill>
                <a:latin typeface="Calibri"/>
              </a:rPr>
              <a:t>Good for matrix multiply.</a:t>
            </a:r>
          </a:p>
          <a:p>
            <a:pPr algn="l"/>
            <a:r>
              <a:rPr sz="1400" b="0">
                <a:solidFill>
                  <a:srgbClr val="CCCCD4"/>
                </a:solidFill>
                <a:latin typeface="Calibri"/>
              </a:rPr>
              <a:t>Useless for queries.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52160" y="4572000"/>
            <a:ext cx="457200" cy="548640"/>
          </a:xfrm>
          <a:prstGeom prst="rightArrow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42519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84A33"/>
                </a:solidFill>
                <a:latin typeface="Calibri"/>
              </a:rPr>
              <a:t>decompile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Vindex layout (LARQL)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749039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gemma3-4b.vindex/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434840"/>
            <a:ext cx="4663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Files arranged by what you want to query.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Gate vectors searchable. Down vectors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contiguous. OS handles paging via mmap.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The seven-step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377440"/>
            <a:ext cx="457200" cy="457200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423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7180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mmap the safetensors —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never load full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9456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2377440"/>
            <a:ext cx="457200" cy="457200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23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Gate vectors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7180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Per-layer KNN index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(gate_vectors.bin)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19456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0" y="2377440"/>
            <a:ext cx="457200" cy="457200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423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Down vectors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97180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Transpose to feature-major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(down_features.bin)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19456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52559" y="2377440"/>
            <a:ext cx="457200" cy="457200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24231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2971800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Token lookup table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(embeddings.bin)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38912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194560" y="4572000"/>
            <a:ext cx="457200" cy="457200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6177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Metadata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166359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Per-feature top tokens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(down_meta.bin)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438912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37760" y="4572000"/>
            <a:ext cx="457200" cy="457200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6177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Cluster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166359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Discover relation types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(relation_clusters.json)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438912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80959" y="4572000"/>
            <a:ext cx="457200" cy="457200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46177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Manifest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59" y="5166359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Write index.json with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config + hashes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STEP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Step 2: Gate vectors → searchable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Each layer's W_gate has shape [10240, 2560]. Each row is a feature detector —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 query vector that fires when the input matches some learned concept.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# For every layer in the model: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for layer in range(34):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  W_gate = safetensors.read(f"layers.{layer}.W_gate")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  gate_vectors[layer] = W_gate          # shape [10240, 2560]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# Result: one big mmap-able file you can search by similarity.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gate_knn(layer=14, query=embed("France"), k=10)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-&gt; [feature 8821 (capital-of), feature 4203 (in-Europe), ...]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84A33"/>
                </a:solidFill>
                <a:latin typeface="Calibri"/>
              </a:rPr>
              <a:t>0.008 ms per layer using BLAS. Fast enough that browsing feels instant.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STEP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Step 3: The transpose trick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W_down is laid out [hidden, intermediate]. To read feature #8821's value vector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you'd have to scatter-read 2,560 values across the file. Slow.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Before: [hidden, intermediate]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5029200" cy="1371600"/>
          </a:xfrm>
          <a:prstGeom prst="rect">
            <a:avLst/>
          </a:prstGeom>
          <a:solidFill>
            <a:srgbClr val="EE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794760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" y="3986784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9032" y="4178808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09928" y="4370832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20824" y="4562856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31720" y="4754880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42616" y="3849624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53512" y="4041648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64408" y="4233672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75304" y="4425696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86200" y="4617720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97096" y="4809744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07992" y="3904488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18888" y="4096512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29784" y="4288536"/>
            <a:ext cx="109728" cy="109728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Feature 8821's bytes scattered (slow)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4A33"/>
                </a:solidFill>
                <a:latin typeface="Calibri"/>
              </a:rPr>
              <a:t>After: [intermediate, hidden]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65760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4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29400" y="4114800"/>
            <a:ext cx="4754880" cy="36576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84A33"/>
                </a:solidFill>
                <a:latin typeface="Calibri"/>
              </a:rPr>
              <a:t>Feature 8821's bytes contiguous (zero-copy mmap)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Calibri"/>
              </a:rPr>
              <a:t>Same numbers. Different memory layout. Walk inference becomes faster than dense (517ms vs 535ms).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ON DISK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What a vindex actually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0972800" cy="292608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gemma3-4b.vindex/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gate_vectors.bin         # W_gate rows — KNN index    (3.3 GB)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embeddings.bin           # W_embed — token lookup     (2.5 GB)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down_features.bin        # feature-major down vectors (3.6 GB)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down_meta.bin            # per-feature output info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relation_clusters.json   # discovered relation types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feature_labels.json      # probe-confirmed labels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tokenizer.json           # tokenizer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index.json               # config, layer bands, hashes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A1A2E"/>
                </a:solidFill>
                <a:latin typeface="Calibri"/>
              </a:rPr>
              <a:t>It's a folder of files. No database server. The OS pages bytes in on demand.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84A33"/>
                </a:solidFill>
                <a:latin typeface="Calibri"/>
              </a:rPr>
              <a:t>Memory-mapped. Lossless at f32, ~half size at f16, even smaller with Q4_K.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Three extraction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Pick how much you want to extract based on what you'll do with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64592" cy="10972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/>
              </a:rPr>
              <a:t>browse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~3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6324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DESCRIBE, WALK, SELECT — pure inspection. No forward pass.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164592" cy="109728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42231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4A33"/>
                </a:solidFill>
                <a:latin typeface="Calibri"/>
              </a:rPr>
              <a:t>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~6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297679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All of browse + INFER — full local forward pass works.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12079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12079"/>
            <a:ext cx="164592" cy="10972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76671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~10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532119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Everything + COMPILE — bake patches into a fresh standalone vindex.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LQL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SQL for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LQL feels like SQL. Five categories of statements: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10972800" cy="365760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-- Lifecycle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EXTRACT MODEL "google/gemma-3-4b-it" INTO "gemma3-4b.vindex";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USE "gemma3-4b.vindex";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-- Browse (no GPU)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DESCRIBE "France";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WALK "The capital of France is" TOP 10;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-- Inference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INFER "The capital of France is" TOP 5 COMPARE;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-- Mutation (auto-patch)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INSERT INTO EDGES (entity, relation, target)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   VALUES ("John Coyle", "lives-in", "Colchester");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DESCRIBE — read what the model knows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0972800" cy="310896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larql&gt; USE "gemma3-4b.vindex";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Using: gemma3-4b.vindex (34 layers, 348.2K features)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larql&gt; DESCRIBE "France";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France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Edges (L14-27):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  capital     -&gt; Paris        1436.9   L27   (probe)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  language    -&gt; French         35.2   L24   (probe)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  continent   -&gt; Europe         14.4   L25   (probe)</a:t>
            </a:r>
          </a:p>
          <a:p>
            <a:pPr algn="l"/>
            <a:r>
              <a:rPr sz="1400">
                <a:solidFill>
                  <a:srgbClr val="E8ECF1"/>
                </a:solidFill>
                <a:latin typeface="Consolas"/>
              </a:rPr>
              <a:t>    borders     -&gt; Spain          13.3   L18   (probe)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Calibri"/>
              </a:rPr>
              <a:t>No inference ran. LARQL embedded "France", searched gate vectors across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Calibri"/>
              </a:rPr>
              <a:t>layers, and read the top-pointing tokens from each matching feature.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Patches: lightweight, shareable knowledge 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6583680" cy="338328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BEGIN PATCH "medical.vlp";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INSERT INTO EDGES (entity, relation, target)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   VALUES ("aspirin", "treats", "headache");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INSERT INTO EDGES (entity, relation, target)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   VALUES ("aspirin", "side_effect", "bleeding");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SAVE PATCH;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-- creates medical.vlp (a small JSON file, ~20 KB)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945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Patch sizes vs full model: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697480"/>
            <a:ext cx="411480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4A33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Calibri"/>
              </a:rPr>
              <a:t>Single fact ≈ 10 KB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4A33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Calibri"/>
              </a:rPr>
              <a:t>1,000-fact patch ≈ 10 MB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4A33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Calibri"/>
              </a:rPr>
              <a:t>Full model ≈ 8 GB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4A33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Calibri"/>
              </a:rPr>
              <a:t>Patch is 1/800th the size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4A33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Calibri"/>
              </a:rPr>
              <a:t>No fine-tuning. No GPU.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4A33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Calibri"/>
              </a:rPr>
              <a:t>Stackable. Reversible.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84A33"/>
                </a:solidFill>
                <a:latin typeface="Calibri"/>
              </a:rPr>
              <a:t>Base files are NEVER modified. Edits live in overlay patches.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Patches vs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286000"/>
            <a:ext cx="347472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2860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Fine-tuning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286000"/>
            <a:ext cx="4114800" cy="50292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LARQL patch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3291840" cy="7772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788920"/>
            <a:ext cx="3474720" cy="7772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788920"/>
            <a:ext cx="4114800" cy="7772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889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Hours of GPU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78892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Seconds, on a laptop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3291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356616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35661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56616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56616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Touches the whole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56616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Surgical — chosen features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43400"/>
            <a:ext cx="3291840" cy="7772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4343400"/>
            <a:ext cx="3474720" cy="7772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343400"/>
            <a:ext cx="4114800" cy="7772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34340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Reversible?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34340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No (need backup checkpoints)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34340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Yes — remove the patch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120640"/>
            <a:ext cx="32918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5120640"/>
            <a:ext cx="3474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51206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12064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Shareable?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1206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Reupload entire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12064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.vlp file, ~10 KB per fact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897879"/>
            <a:ext cx="3291840" cy="7772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5897879"/>
            <a:ext cx="3474720" cy="7772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5897879"/>
            <a:ext cx="4114800" cy="777240"/>
          </a:xfrm>
          <a:prstGeom prst="rect">
            <a:avLst/>
          </a:prstGeom>
          <a:solidFill>
            <a:srgbClr val="F5F5F7"/>
          </a:solidFill>
          <a:ln w="6350">
            <a:solidFill>
              <a:srgbClr val="E0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897879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897879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Catastrophic forgetting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5897879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Base files untouched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RESIDUAL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The model's working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Each layer doesn't replace the vector. It adds to it: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500">
                <a:solidFill>
                  <a:srgbClr val="E8ECF1"/>
                </a:solidFill>
                <a:latin typeface="Consolas"/>
              </a:rPr>
              <a:t>x_1 = x_0 + attention(x_0)</a:t>
            </a:r>
          </a:p>
          <a:p>
            <a:pPr algn="l"/>
            <a:r>
              <a:rPr sz="1500">
                <a:solidFill>
                  <a:srgbClr val="E8ECF1"/>
                </a:solidFill>
                <a:latin typeface="Consolas"/>
              </a:rPr>
              <a:t>x_2 = x_1 + ffn(x_1)</a:t>
            </a:r>
          </a:p>
          <a:p>
            <a:pPr algn="l"/>
            <a:r>
              <a:rPr sz="1500">
                <a:solidFill>
                  <a:srgbClr val="E8ECF1"/>
                </a:solidFill>
                <a:latin typeface="Consolas"/>
              </a:rPr>
              <a:t>x_3 = x_2 + attention(x_2)</a:t>
            </a:r>
          </a:p>
          <a:p>
            <a:pPr algn="l"/>
            <a:r>
              <a:rPr sz="1500">
                <a:solidFill>
                  <a:srgbClr val="E8ECF1"/>
                </a:solidFill>
                <a:latin typeface="Consolas"/>
              </a:rPr>
              <a:t>x_4 = x_3 + ffn(x_3)</a:t>
            </a:r>
          </a:p>
          <a:p>
            <a:pPr algn="l"/>
            <a:r>
              <a:rPr sz="1500">
                <a:solidFill>
                  <a:srgbClr val="E8ECF1"/>
                </a:solidFill>
                <a:latin typeface="Consolas"/>
              </a:rPr>
              <a:t>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974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The vector x flowing through the network is 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0175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4A33"/>
                </a:solidFill>
                <a:latin typeface="Calibri"/>
              </a:rPr>
              <a:t>residual stream.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56616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Each layer reads it, computes a small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contribution, and adds that contribution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back. Original information is preserved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underneath, with new stuff layered on top.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84A33"/>
                </a:solidFill>
                <a:latin typeface="Calibri"/>
              </a:rPr>
              <a:t>Analogy: a Google Doc that 34 reviewers edit in sequence — none erase.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RESIDUAL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Belief builds up across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  <a:latin typeface="Calibri"/>
              </a:rPr>
              <a:t>Prompt: "The capital of France is ___"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1676400" cy="1280160"/>
          </a:xfrm>
          <a:prstGeom prst="roundRect">
            <a:avLst>
              <a:gd name="adj" fmla="val 1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67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67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noun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25623" y="3703320"/>
            <a:ext cx="164592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99360" y="3200400"/>
            <a:ext cx="1676400" cy="1280160"/>
          </a:xfrm>
          <a:prstGeom prst="roundRect">
            <a:avLst>
              <a:gd name="adj" fmla="val 1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9360" y="3383280"/>
            <a:ext cx="167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9360" y="3794760"/>
            <a:ext cx="167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country name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84903" y="3703320"/>
            <a:ext cx="164592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8640" y="3200400"/>
            <a:ext cx="1676400" cy="1280160"/>
          </a:xfrm>
          <a:prstGeom prst="roundRect">
            <a:avLst>
              <a:gd name="adj" fmla="val 15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8640" y="3383280"/>
            <a:ext cx="167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8640" y="3794760"/>
            <a:ext cx="167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France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44183" y="3703320"/>
            <a:ext cx="164592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200400"/>
            <a:ext cx="1676400" cy="1280160"/>
          </a:xfrm>
          <a:prstGeom prst="roundRect">
            <a:avLst>
              <a:gd name="adj" fmla="val 15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383280"/>
            <a:ext cx="167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94760"/>
            <a:ext cx="167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...→ Paris?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03463" y="3703320"/>
            <a:ext cx="164592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7199" y="3200400"/>
            <a:ext cx="1676400" cy="1280160"/>
          </a:xfrm>
          <a:prstGeom prst="roundRect">
            <a:avLst>
              <a:gd name="adj" fmla="val 15000"/>
            </a:avLst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7199" y="3383280"/>
            <a:ext cx="167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7199" y="3794760"/>
            <a:ext cx="167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Paris (rank 1)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762744" y="3703320"/>
            <a:ext cx="164592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36479" y="3200400"/>
            <a:ext cx="1676400" cy="1280160"/>
          </a:xfrm>
          <a:prstGeom prst="roundRect">
            <a:avLst>
              <a:gd name="adj" fmla="val 15000"/>
            </a:avLst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6479" y="3383280"/>
            <a:ext cx="167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6479" y="3794760"/>
            <a:ext cx="167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Paris (97%)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Each layer reads the stream, decides what to add. By L34 the stream</a:t>
            </a:r>
          </a:p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points so strongly at "Paris" that projecting to vocab makes Paris win.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84A33"/>
                </a:solidFill>
                <a:latin typeface="Calibri"/>
              </a:rPr>
              <a:t>INSPECT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TRACE — see the reasoning unfold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LARQL · A Beginner's Walkthrough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0972800" cy="274320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larql&gt; TRACE "The capital of France is" FOR "Paris";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 Layer  Rank   Prob       Attn      FFN     Who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   L22    50  0.002     +22.2    +34.4   BOTH ↑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   L23    10  0.024     -16.9    +55.9    FFN ↑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   L24     1  0.714    +105.7    +24.4   BOTH ↑   ← phase transition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   L25     1  0.997      +4.3    +94.4    FFN ↑</a:t>
            </a:r>
          </a:p>
          <a:p>
            <a:pPr algn="l"/>
            <a:r>
              <a:rPr sz="1300">
                <a:solidFill>
                  <a:srgbClr val="E8ECF1"/>
                </a:solidFill>
                <a:latin typeface="Consolas"/>
              </a:rPr>
              <a:t>    L26     1  0.999     +83.1    +18.7   BOTH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4A33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Calibri"/>
              </a:rPr>
              <a:t>At L22, Paris is rank 50 — model is undecided.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4A33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Calibri"/>
              </a:rPr>
              <a:t>Between L23 and L24, FFN + attention swing it to rank 1, prob 71% — the phase transition.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4A33"/>
                </a:solidFill>
                <a:latin typeface="Calibri"/>
              </a:rPr>
              <a:t>▸  </a:t>
            </a:r>
            <a:r>
              <a:rPr sz="1400">
                <a:solidFill>
                  <a:srgbClr val="1A1A2E"/>
                </a:solidFill>
                <a:latin typeface="Calibri"/>
              </a:rPr>
              <a:t>Decomposition (Attn vs FFN) works because the residual stream is additive.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84A33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 to take away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8920"/>
            <a:ext cx="164592" cy="164592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The model IS the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CCD4"/>
                </a:solidFill>
                <a:latin typeface="Calibri"/>
              </a:rPr>
              <a:t>Weights already encode structured knowledge — LARQL just reorganizes them.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566160"/>
            <a:ext cx="164592" cy="164592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290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Decompilation is mostly disk reorganization.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947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CCD4"/>
                </a:solidFill>
                <a:latin typeface="Calibri"/>
              </a:rPr>
              <a:t>No retraining. No GPU. About 45 min for a 4B model.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343400"/>
            <a:ext cx="164592" cy="164592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LQL gives you SQL for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720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CCD4"/>
                </a:solidFill>
                <a:latin typeface="Calibri"/>
              </a:rPr>
              <a:t>DESCRIBE, WALK, INFER, INSERT — all over a memory-mapped vindex.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20640"/>
            <a:ext cx="164592" cy="164592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83479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Patches replace fine-tuning for facts.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492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CCD4"/>
                </a:solidFill>
                <a:latin typeface="Calibri"/>
              </a:rPr>
              <a:t>Edits are surgical, reversible, ~10 KB per fact, never touch base weights.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897879"/>
            <a:ext cx="164592" cy="164592"/>
          </a:xfrm>
          <a:prstGeom prst="ellipse">
            <a:avLst/>
          </a:prstGeom>
          <a:solidFill>
            <a:srgbClr val="E8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760719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The residual stream is the model's thought.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6126479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CCD4"/>
                </a:solidFill>
                <a:latin typeface="Calibri"/>
              </a:rPr>
              <a:t>Additive structure makes inference inspectable layer by layer via TRACE.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4A33"/>
                </a:solidFill>
                <a:latin typeface="Calibri"/>
              </a:rPr>
              <a:t>Next: try `larql repl` and run DESCRIBE on something you know well.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